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0275213" cy="42803763"/>
  <p:notesSz cx="42741850" cy="31943675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1pPr>
    <a:lvl2pPr marL="441884" algn="r" rtl="1" fontAlgn="base">
      <a:spcBef>
        <a:spcPct val="0"/>
      </a:spcBef>
      <a:spcAft>
        <a:spcPct val="0"/>
      </a:spcAft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2pPr>
    <a:lvl3pPr marL="883768" algn="r" rtl="1" fontAlgn="base">
      <a:spcBef>
        <a:spcPct val="0"/>
      </a:spcBef>
      <a:spcAft>
        <a:spcPct val="0"/>
      </a:spcAft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3pPr>
    <a:lvl4pPr marL="1325651" algn="r" rtl="1" fontAlgn="base">
      <a:spcBef>
        <a:spcPct val="0"/>
      </a:spcBef>
      <a:spcAft>
        <a:spcPct val="0"/>
      </a:spcAft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4pPr>
    <a:lvl5pPr marL="1767535" algn="r" rtl="1" fontAlgn="base">
      <a:spcBef>
        <a:spcPct val="0"/>
      </a:spcBef>
      <a:spcAft>
        <a:spcPct val="0"/>
      </a:spcAft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5pPr>
    <a:lvl6pPr marL="2209419" algn="r" defTabSz="883768" rtl="1" eaLnBrk="1" latinLnBrk="0" hangingPunct="1"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6pPr>
    <a:lvl7pPr marL="2651303" algn="r" defTabSz="883768" rtl="1" eaLnBrk="1" latinLnBrk="0" hangingPunct="1"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7pPr>
    <a:lvl8pPr marL="3093187" algn="r" defTabSz="883768" rtl="1" eaLnBrk="1" latinLnBrk="0" hangingPunct="1"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8pPr>
    <a:lvl9pPr marL="3535070" algn="r" defTabSz="883768" rtl="1" eaLnBrk="1" latinLnBrk="0" hangingPunct="1">
      <a:defRPr sz="4446" b="1" kern="1200">
        <a:solidFill>
          <a:srgbClr val="003399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inger" initials="s" lastIdx="22" clrIdx="0">
    <p:extLst>
      <p:ext uri="{19B8F6BF-5375-455C-9EA6-DF929625EA0E}">
        <p15:presenceInfo xmlns:p15="http://schemas.microsoft.com/office/powerpoint/2012/main" userId="sting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E4FE"/>
    <a:srgbClr val="2C5D98"/>
    <a:srgbClr val="F5FFE6"/>
    <a:srgbClr val="00FE2A"/>
    <a:srgbClr val="003399"/>
    <a:srgbClr val="3A7CCB"/>
    <a:srgbClr val="4A7EBB"/>
    <a:srgbClr val="3C7BC7"/>
    <a:srgbClr val="98B954"/>
    <a:srgbClr val="BE4B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BD9139-2676-5944-93B0-D90466191177}" v="7" dt="2024-02-25T12:51:47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463" autoAdjust="0"/>
    <p:restoredTop sz="95850" autoAdjust="0"/>
  </p:normalViewPr>
  <p:slideViewPr>
    <p:cSldViewPr>
      <p:cViewPr varScale="1">
        <p:scale>
          <a:sx n="13" d="100"/>
          <a:sy n="13" d="100"/>
        </p:scale>
        <p:origin x="3077" y="173"/>
      </p:cViewPr>
      <p:guideLst>
        <p:guide orient="horz" pos="13482"/>
        <p:guide pos="9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8519775" cy="159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41446" tIns="220715" rIns="441446" bIns="220715" numCol="1" anchor="t" anchorCtr="0" compatLnSpc="1">
            <a:prstTxWarp prst="textNoShape">
              <a:avLst/>
            </a:prstTxWarp>
          </a:bodyPr>
          <a:lstStyle>
            <a:lvl1pPr algn="l" defTabSz="4416425" rtl="0" eaLnBrk="0" hangingPunct="0">
              <a:defRPr sz="65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24207788" y="0"/>
            <a:ext cx="18527712" cy="159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41446" tIns="220715" rIns="441446" bIns="220715" numCol="1" anchor="t" anchorCtr="0" compatLnSpc="1">
            <a:prstTxWarp prst="textNoShape">
              <a:avLst/>
            </a:prstTxWarp>
          </a:bodyPr>
          <a:lstStyle>
            <a:lvl1pPr defTabSz="4416425" rtl="0" eaLnBrk="0" hangingPunct="0">
              <a:defRPr sz="65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0340300"/>
            <a:ext cx="18519775" cy="159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41446" tIns="220715" rIns="441446" bIns="220715" numCol="1" anchor="b" anchorCtr="0" compatLnSpc="1">
            <a:prstTxWarp prst="textNoShape">
              <a:avLst/>
            </a:prstTxWarp>
          </a:bodyPr>
          <a:lstStyle>
            <a:lvl1pPr algn="l" defTabSz="4416425" rtl="0" eaLnBrk="0" hangingPunct="0">
              <a:defRPr sz="65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24207788" y="30340300"/>
            <a:ext cx="18527712" cy="159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41446" tIns="220715" rIns="441446" bIns="220715" numCol="1" anchor="b" anchorCtr="0" compatLnSpc="1">
            <a:prstTxWarp prst="textNoShape">
              <a:avLst/>
            </a:prstTxWarp>
          </a:bodyPr>
          <a:lstStyle>
            <a:lvl1pPr defTabSz="4416425" rtl="0" eaLnBrk="0" hangingPunct="0">
              <a:defRPr sz="6500" b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140164EA-C4F4-4051-8E57-4895D8A88AA1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332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8519775" cy="159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41446" tIns="220715" rIns="441446" bIns="220715" numCol="1" anchor="t" anchorCtr="0" compatLnSpc="1">
            <a:prstTxWarp prst="textNoShape">
              <a:avLst/>
            </a:prstTxWarp>
          </a:bodyPr>
          <a:lstStyle>
            <a:lvl1pPr algn="l" defTabSz="4416425" rtl="0" eaLnBrk="0" hangingPunct="0">
              <a:defRPr sz="65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24207788" y="0"/>
            <a:ext cx="18527712" cy="159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41446" tIns="220715" rIns="441446" bIns="220715" numCol="1" anchor="t" anchorCtr="0" compatLnSpc="1">
            <a:prstTxWarp prst="textNoShape">
              <a:avLst/>
            </a:prstTxWarp>
          </a:bodyPr>
          <a:lstStyle>
            <a:lvl1pPr defTabSz="4416425" rtl="0" eaLnBrk="0" hangingPunct="0">
              <a:defRPr sz="65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7130713" y="2398713"/>
            <a:ext cx="8472487" cy="11977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273550" y="15178088"/>
            <a:ext cx="34202688" cy="143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41446" tIns="220715" rIns="441446" bIns="220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0340300"/>
            <a:ext cx="18519775" cy="159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41446" tIns="220715" rIns="441446" bIns="220715" numCol="1" anchor="b" anchorCtr="0" compatLnSpc="1">
            <a:prstTxWarp prst="textNoShape">
              <a:avLst/>
            </a:prstTxWarp>
          </a:bodyPr>
          <a:lstStyle>
            <a:lvl1pPr algn="l" defTabSz="4416425" rtl="0" eaLnBrk="0" hangingPunct="0">
              <a:defRPr sz="650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24207788" y="30340300"/>
            <a:ext cx="18527712" cy="159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41446" tIns="220715" rIns="441446" bIns="220715" numCol="1" anchor="b" anchorCtr="0" compatLnSpc="1">
            <a:prstTxWarp prst="textNoShape">
              <a:avLst/>
            </a:prstTxWarp>
          </a:bodyPr>
          <a:lstStyle>
            <a:lvl1pPr defTabSz="4416425" rtl="0" eaLnBrk="0" hangingPunct="0">
              <a:defRPr sz="6500" b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CC74214-9B06-4678-84F1-C99924AD2E34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4110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16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41884" algn="l" rtl="0" eaLnBrk="0" fontAlgn="base" hangingPunct="0">
      <a:spcBef>
        <a:spcPct val="30000"/>
      </a:spcBef>
      <a:spcAft>
        <a:spcPct val="0"/>
      </a:spcAft>
      <a:defRPr sz="116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883768" algn="l" rtl="0" eaLnBrk="0" fontAlgn="base" hangingPunct="0">
      <a:spcBef>
        <a:spcPct val="30000"/>
      </a:spcBef>
      <a:spcAft>
        <a:spcPct val="0"/>
      </a:spcAft>
      <a:defRPr sz="116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25651" algn="l" rtl="0" eaLnBrk="0" fontAlgn="base" hangingPunct="0">
      <a:spcBef>
        <a:spcPct val="30000"/>
      </a:spcBef>
      <a:spcAft>
        <a:spcPct val="0"/>
      </a:spcAft>
      <a:defRPr sz="116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767535" algn="l" rtl="0" eaLnBrk="0" fontAlgn="base" hangingPunct="0">
      <a:spcBef>
        <a:spcPct val="30000"/>
      </a:spcBef>
      <a:spcAft>
        <a:spcPct val="0"/>
      </a:spcAft>
      <a:defRPr sz="116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09419" algn="l" defTabSz="883768" rtl="0" eaLnBrk="1" latinLnBrk="0" hangingPunct="1">
      <a:defRPr sz="1160" kern="1200">
        <a:solidFill>
          <a:schemeClr val="tx1"/>
        </a:solidFill>
        <a:latin typeface="+mn-lt"/>
        <a:ea typeface="+mn-ea"/>
        <a:cs typeface="+mn-cs"/>
      </a:defRPr>
    </a:lvl6pPr>
    <a:lvl7pPr marL="2651303" algn="l" defTabSz="883768" rtl="0" eaLnBrk="1" latinLnBrk="0" hangingPunct="1">
      <a:defRPr sz="1160" kern="1200">
        <a:solidFill>
          <a:schemeClr val="tx1"/>
        </a:solidFill>
        <a:latin typeface="+mn-lt"/>
        <a:ea typeface="+mn-ea"/>
        <a:cs typeface="+mn-cs"/>
      </a:defRPr>
    </a:lvl7pPr>
    <a:lvl8pPr marL="3093187" algn="l" defTabSz="883768" rtl="0" eaLnBrk="1" latinLnBrk="0" hangingPunct="1">
      <a:defRPr sz="1160" kern="1200">
        <a:solidFill>
          <a:schemeClr val="tx1"/>
        </a:solidFill>
        <a:latin typeface="+mn-lt"/>
        <a:ea typeface="+mn-ea"/>
        <a:cs typeface="+mn-cs"/>
      </a:defRPr>
    </a:lvl8pPr>
    <a:lvl9pPr marL="3535070" algn="l" defTabSz="883768" rtl="0" eaLnBrk="1" latinLnBrk="0" hangingPunct="1">
      <a:defRPr sz="116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790" y="13297540"/>
            <a:ext cx="25733634" cy="917380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579" y="24254836"/>
            <a:ext cx="21192056" cy="10939998"/>
          </a:xfrm>
        </p:spPr>
        <p:txBody>
          <a:bodyPr/>
          <a:lstStyle>
            <a:lvl1pPr marL="0" indent="0" algn="ctr">
              <a:buNone/>
              <a:defRPr/>
            </a:lvl1pPr>
            <a:lvl2pPr marL="427162" indent="0" algn="ctr">
              <a:buNone/>
              <a:defRPr/>
            </a:lvl2pPr>
            <a:lvl3pPr marL="854324" indent="0" algn="ctr">
              <a:buNone/>
              <a:defRPr/>
            </a:lvl3pPr>
            <a:lvl4pPr marL="1281486" indent="0" algn="ctr">
              <a:buNone/>
              <a:defRPr/>
            </a:lvl4pPr>
            <a:lvl5pPr marL="1708648" indent="0" algn="ctr">
              <a:buNone/>
              <a:defRPr/>
            </a:lvl5pPr>
            <a:lvl6pPr marL="2135810" indent="0" algn="ctr">
              <a:buNone/>
              <a:defRPr/>
            </a:lvl6pPr>
            <a:lvl7pPr marL="2562972" indent="0" algn="ctr">
              <a:buNone/>
              <a:defRPr/>
            </a:lvl7pPr>
            <a:lvl8pPr marL="2990134" indent="0" algn="ctr">
              <a:buNone/>
              <a:defRPr/>
            </a:lvl8pPr>
            <a:lvl9pPr marL="3417296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005F5D-DDFF-4009-A8D0-0BE3804E9EA6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0E82F4-15B9-4FA3-9360-93462D0EA91C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930" y="27505697"/>
            <a:ext cx="25735118" cy="8500673"/>
          </a:xfrm>
        </p:spPr>
        <p:txBody>
          <a:bodyPr anchor="t"/>
          <a:lstStyle>
            <a:lvl1pPr algn="l">
              <a:defRPr sz="373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0930" y="18141587"/>
            <a:ext cx="25735118" cy="9364110"/>
          </a:xfrm>
        </p:spPr>
        <p:txBody>
          <a:bodyPr anchor="b"/>
          <a:lstStyle>
            <a:lvl1pPr marL="0" indent="0">
              <a:buNone/>
              <a:defRPr sz="1869"/>
            </a:lvl1pPr>
            <a:lvl2pPr marL="427162" indent="0">
              <a:buNone/>
              <a:defRPr sz="1682"/>
            </a:lvl2pPr>
            <a:lvl3pPr marL="854324" indent="0">
              <a:buNone/>
              <a:defRPr sz="1495"/>
            </a:lvl3pPr>
            <a:lvl4pPr marL="1281486" indent="0">
              <a:buNone/>
              <a:defRPr sz="1308"/>
            </a:lvl4pPr>
            <a:lvl5pPr marL="1708648" indent="0">
              <a:buNone/>
              <a:defRPr sz="1308"/>
            </a:lvl5pPr>
            <a:lvl6pPr marL="2135810" indent="0">
              <a:buNone/>
              <a:defRPr sz="1308"/>
            </a:lvl6pPr>
            <a:lvl7pPr marL="2562972" indent="0">
              <a:buNone/>
              <a:defRPr sz="1308"/>
            </a:lvl7pPr>
            <a:lvl8pPr marL="2990134" indent="0">
              <a:buNone/>
              <a:defRPr sz="1308"/>
            </a:lvl8pPr>
            <a:lvl9pPr marL="3417296" indent="0">
              <a:buNone/>
              <a:defRPr sz="13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BC75BD-C16A-4118-B9B8-FCBE38EC3242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76723" y="12336593"/>
            <a:ext cx="12789690" cy="25711196"/>
          </a:xfrm>
        </p:spPr>
        <p:txBody>
          <a:bodyPr/>
          <a:lstStyle>
            <a:lvl1pPr>
              <a:defRPr sz="2616"/>
            </a:lvl1pPr>
            <a:lvl2pPr>
              <a:defRPr sz="2242"/>
            </a:lvl2pPr>
            <a:lvl3pPr>
              <a:defRPr sz="1869"/>
            </a:lvl3pPr>
            <a:lvl4pPr>
              <a:defRPr sz="1682"/>
            </a:lvl4pPr>
            <a:lvl5pPr>
              <a:defRPr sz="1682"/>
            </a:lvl5pPr>
            <a:lvl6pPr>
              <a:defRPr sz="1682"/>
            </a:lvl6pPr>
            <a:lvl7pPr>
              <a:defRPr sz="1682"/>
            </a:lvl7pPr>
            <a:lvl8pPr>
              <a:defRPr sz="1682"/>
            </a:lvl8pPr>
            <a:lvl9pPr>
              <a:defRPr sz="168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08800" y="12336593"/>
            <a:ext cx="12791174" cy="25711196"/>
          </a:xfrm>
        </p:spPr>
        <p:txBody>
          <a:bodyPr/>
          <a:lstStyle>
            <a:lvl1pPr>
              <a:defRPr sz="2616"/>
            </a:lvl1pPr>
            <a:lvl2pPr>
              <a:defRPr sz="2242"/>
            </a:lvl2pPr>
            <a:lvl3pPr>
              <a:defRPr sz="1869"/>
            </a:lvl3pPr>
            <a:lvl4pPr>
              <a:defRPr sz="1682"/>
            </a:lvl4pPr>
            <a:lvl5pPr>
              <a:defRPr sz="1682"/>
            </a:lvl5pPr>
            <a:lvl6pPr>
              <a:defRPr sz="1682"/>
            </a:lvl6pPr>
            <a:lvl7pPr>
              <a:defRPr sz="1682"/>
            </a:lvl7pPr>
            <a:lvl8pPr>
              <a:defRPr sz="1682"/>
            </a:lvl8pPr>
            <a:lvl9pPr>
              <a:defRPr sz="168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99B68F-326E-4B46-9F1D-A4FF9EF7DFB1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355" y="1714289"/>
            <a:ext cx="27246505" cy="713396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4355" y="9581149"/>
            <a:ext cx="13375557" cy="3993194"/>
          </a:xfrm>
        </p:spPr>
        <p:txBody>
          <a:bodyPr anchor="b"/>
          <a:lstStyle>
            <a:lvl1pPr marL="0" indent="0">
              <a:buNone/>
              <a:defRPr sz="2242" b="1"/>
            </a:lvl1pPr>
            <a:lvl2pPr marL="427162" indent="0">
              <a:buNone/>
              <a:defRPr sz="1869" b="1"/>
            </a:lvl2pPr>
            <a:lvl3pPr marL="854324" indent="0">
              <a:buNone/>
              <a:defRPr sz="1682" b="1"/>
            </a:lvl3pPr>
            <a:lvl4pPr marL="1281486" indent="0">
              <a:buNone/>
              <a:defRPr sz="1495" b="1"/>
            </a:lvl4pPr>
            <a:lvl5pPr marL="1708648" indent="0">
              <a:buNone/>
              <a:defRPr sz="1495" b="1"/>
            </a:lvl5pPr>
            <a:lvl6pPr marL="2135810" indent="0">
              <a:buNone/>
              <a:defRPr sz="1495" b="1"/>
            </a:lvl6pPr>
            <a:lvl7pPr marL="2562972" indent="0">
              <a:buNone/>
              <a:defRPr sz="1495" b="1"/>
            </a:lvl7pPr>
            <a:lvl8pPr marL="2990134" indent="0">
              <a:buNone/>
              <a:defRPr sz="1495" b="1"/>
            </a:lvl8pPr>
            <a:lvl9pPr marL="3417296" indent="0">
              <a:buNone/>
              <a:defRPr sz="1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4355" y="13574343"/>
            <a:ext cx="13375557" cy="24662176"/>
          </a:xfrm>
        </p:spPr>
        <p:txBody>
          <a:bodyPr/>
          <a:lstStyle>
            <a:lvl1pPr>
              <a:defRPr sz="2242"/>
            </a:lvl1pPr>
            <a:lvl2pPr>
              <a:defRPr sz="1869"/>
            </a:lvl2pPr>
            <a:lvl3pPr>
              <a:defRPr sz="1682"/>
            </a:lvl3pPr>
            <a:lvl4pPr>
              <a:defRPr sz="1495"/>
            </a:lvl4pPr>
            <a:lvl5pPr>
              <a:defRPr sz="1495"/>
            </a:lvl5pPr>
            <a:lvl6pPr>
              <a:defRPr sz="1495"/>
            </a:lvl6pPr>
            <a:lvl7pPr>
              <a:defRPr sz="1495"/>
            </a:lvl7pPr>
            <a:lvl8pPr>
              <a:defRPr sz="1495"/>
            </a:lvl8pPr>
            <a:lvl9pPr>
              <a:defRPr sz="14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9370" y="9581149"/>
            <a:ext cx="13381490" cy="3993194"/>
          </a:xfrm>
        </p:spPr>
        <p:txBody>
          <a:bodyPr anchor="b"/>
          <a:lstStyle>
            <a:lvl1pPr marL="0" indent="0">
              <a:buNone/>
              <a:defRPr sz="2242" b="1"/>
            </a:lvl1pPr>
            <a:lvl2pPr marL="427162" indent="0">
              <a:buNone/>
              <a:defRPr sz="1869" b="1"/>
            </a:lvl2pPr>
            <a:lvl3pPr marL="854324" indent="0">
              <a:buNone/>
              <a:defRPr sz="1682" b="1"/>
            </a:lvl3pPr>
            <a:lvl4pPr marL="1281486" indent="0">
              <a:buNone/>
              <a:defRPr sz="1495" b="1"/>
            </a:lvl4pPr>
            <a:lvl5pPr marL="1708648" indent="0">
              <a:buNone/>
              <a:defRPr sz="1495" b="1"/>
            </a:lvl5pPr>
            <a:lvl6pPr marL="2135810" indent="0">
              <a:buNone/>
              <a:defRPr sz="1495" b="1"/>
            </a:lvl6pPr>
            <a:lvl7pPr marL="2562972" indent="0">
              <a:buNone/>
              <a:defRPr sz="1495" b="1"/>
            </a:lvl7pPr>
            <a:lvl8pPr marL="2990134" indent="0">
              <a:buNone/>
              <a:defRPr sz="1495" b="1"/>
            </a:lvl8pPr>
            <a:lvl9pPr marL="3417296" indent="0">
              <a:buNone/>
              <a:defRPr sz="1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9370" y="13574343"/>
            <a:ext cx="13381490" cy="24662176"/>
          </a:xfrm>
        </p:spPr>
        <p:txBody>
          <a:bodyPr/>
          <a:lstStyle>
            <a:lvl1pPr>
              <a:defRPr sz="2242"/>
            </a:lvl1pPr>
            <a:lvl2pPr>
              <a:defRPr sz="1869"/>
            </a:lvl2pPr>
            <a:lvl3pPr>
              <a:defRPr sz="1682"/>
            </a:lvl3pPr>
            <a:lvl4pPr>
              <a:defRPr sz="1495"/>
            </a:lvl4pPr>
            <a:lvl5pPr>
              <a:defRPr sz="1495"/>
            </a:lvl5pPr>
            <a:lvl6pPr>
              <a:defRPr sz="1495"/>
            </a:lvl6pPr>
            <a:lvl7pPr>
              <a:defRPr sz="1495"/>
            </a:lvl7pPr>
            <a:lvl8pPr>
              <a:defRPr sz="1495"/>
            </a:lvl8pPr>
            <a:lvl9pPr>
              <a:defRPr sz="14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EF8003-1674-4DD4-AAA0-1A48AD3067C0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B44E04-C02F-411D-9CCE-885136C497B6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EBBA2-973F-4F65-86F4-ED0DC73D5FB4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354" y="1704853"/>
            <a:ext cx="9959732" cy="7251917"/>
          </a:xfrm>
        </p:spPr>
        <p:txBody>
          <a:bodyPr anchor="b"/>
          <a:lstStyle>
            <a:lvl1pPr algn="l">
              <a:defRPr sz="186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7473" y="1704853"/>
            <a:ext cx="16923387" cy="36531665"/>
          </a:xfrm>
        </p:spPr>
        <p:txBody>
          <a:bodyPr/>
          <a:lstStyle>
            <a:lvl1pPr>
              <a:defRPr sz="2990"/>
            </a:lvl1pPr>
            <a:lvl2pPr>
              <a:defRPr sz="2616"/>
            </a:lvl2pPr>
            <a:lvl3pPr>
              <a:defRPr sz="2242"/>
            </a:lvl3pPr>
            <a:lvl4pPr>
              <a:defRPr sz="1869"/>
            </a:lvl4pPr>
            <a:lvl5pPr>
              <a:defRPr sz="1869"/>
            </a:lvl5pPr>
            <a:lvl6pPr>
              <a:defRPr sz="1869"/>
            </a:lvl6pPr>
            <a:lvl7pPr>
              <a:defRPr sz="1869"/>
            </a:lvl7pPr>
            <a:lvl8pPr>
              <a:defRPr sz="1869"/>
            </a:lvl8pPr>
            <a:lvl9pPr>
              <a:defRPr sz="186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4354" y="8956770"/>
            <a:ext cx="9959732" cy="29279749"/>
          </a:xfrm>
        </p:spPr>
        <p:txBody>
          <a:bodyPr/>
          <a:lstStyle>
            <a:lvl1pPr marL="0" indent="0">
              <a:buNone/>
              <a:defRPr sz="1308"/>
            </a:lvl1pPr>
            <a:lvl2pPr marL="427162" indent="0">
              <a:buNone/>
              <a:defRPr sz="1121"/>
            </a:lvl2pPr>
            <a:lvl3pPr marL="854324" indent="0">
              <a:buNone/>
              <a:defRPr sz="934"/>
            </a:lvl3pPr>
            <a:lvl4pPr marL="1281486" indent="0">
              <a:buNone/>
              <a:defRPr sz="841"/>
            </a:lvl4pPr>
            <a:lvl5pPr marL="1708648" indent="0">
              <a:buNone/>
              <a:defRPr sz="841"/>
            </a:lvl5pPr>
            <a:lvl6pPr marL="2135810" indent="0">
              <a:buNone/>
              <a:defRPr sz="841"/>
            </a:lvl6pPr>
            <a:lvl7pPr marL="2562972" indent="0">
              <a:buNone/>
              <a:defRPr sz="841"/>
            </a:lvl7pPr>
            <a:lvl8pPr marL="2990134" indent="0">
              <a:buNone/>
              <a:defRPr sz="841"/>
            </a:lvl8pPr>
            <a:lvl9pPr marL="3417296" indent="0">
              <a:buNone/>
              <a:defRPr sz="84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9C8723-949F-493C-9973-384D4813A9FF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4310" y="29962320"/>
            <a:ext cx="18164831" cy="3537098"/>
          </a:xfrm>
        </p:spPr>
        <p:txBody>
          <a:bodyPr anchor="b"/>
          <a:lstStyle>
            <a:lvl1pPr algn="l">
              <a:defRPr sz="186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4310" y="3824910"/>
            <a:ext cx="18164831" cy="25681315"/>
          </a:xfrm>
        </p:spPr>
        <p:txBody>
          <a:bodyPr/>
          <a:lstStyle>
            <a:lvl1pPr marL="0" indent="0">
              <a:buNone/>
              <a:defRPr sz="2990"/>
            </a:lvl1pPr>
            <a:lvl2pPr marL="427162" indent="0">
              <a:buNone/>
              <a:defRPr sz="2616"/>
            </a:lvl2pPr>
            <a:lvl3pPr marL="854324" indent="0">
              <a:buNone/>
              <a:defRPr sz="2242"/>
            </a:lvl3pPr>
            <a:lvl4pPr marL="1281486" indent="0">
              <a:buNone/>
              <a:defRPr sz="1869"/>
            </a:lvl4pPr>
            <a:lvl5pPr marL="1708648" indent="0">
              <a:buNone/>
              <a:defRPr sz="1869"/>
            </a:lvl5pPr>
            <a:lvl6pPr marL="2135810" indent="0">
              <a:buNone/>
              <a:defRPr sz="1869"/>
            </a:lvl6pPr>
            <a:lvl7pPr marL="2562972" indent="0">
              <a:buNone/>
              <a:defRPr sz="1869"/>
            </a:lvl7pPr>
            <a:lvl8pPr marL="2990134" indent="0">
              <a:buNone/>
              <a:defRPr sz="1869"/>
            </a:lvl8pPr>
            <a:lvl9pPr marL="3417296" indent="0">
              <a:buNone/>
              <a:defRPr sz="1869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4310" y="33499418"/>
            <a:ext cx="18164831" cy="5023340"/>
          </a:xfrm>
        </p:spPr>
        <p:txBody>
          <a:bodyPr/>
          <a:lstStyle>
            <a:lvl1pPr marL="0" indent="0">
              <a:buNone/>
              <a:defRPr sz="1308"/>
            </a:lvl1pPr>
            <a:lvl2pPr marL="427162" indent="0">
              <a:buNone/>
              <a:defRPr sz="1121"/>
            </a:lvl2pPr>
            <a:lvl3pPr marL="854324" indent="0">
              <a:buNone/>
              <a:defRPr sz="934"/>
            </a:lvl3pPr>
            <a:lvl4pPr marL="1281486" indent="0">
              <a:buNone/>
              <a:defRPr sz="841"/>
            </a:lvl4pPr>
            <a:lvl5pPr marL="1708648" indent="0">
              <a:buNone/>
              <a:defRPr sz="841"/>
            </a:lvl5pPr>
            <a:lvl6pPr marL="2135810" indent="0">
              <a:buNone/>
              <a:defRPr sz="841"/>
            </a:lvl6pPr>
            <a:lvl7pPr marL="2562972" indent="0">
              <a:buNone/>
              <a:defRPr sz="841"/>
            </a:lvl7pPr>
            <a:lvl8pPr marL="2990134" indent="0">
              <a:buNone/>
              <a:defRPr sz="841"/>
            </a:lvl8pPr>
            <a:lvl9pPr marL="3417296" indent="0">
              <a:buNone/>
              <a:defRPr sz="84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0EA1AC-921F-4740-ACD1-1CF17E4324E8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A764F3-D646-4175-80D0-8964BED73187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570274" y="3806037"/>
            <a:ext cx="6429700" cy="342417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76722" y="3806037"/>
            <a:ext cx="19151164" cy="34241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981A8-33AD-4B19-8B2C-05F77DB49508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76723" y="3806037"/>
            <a:ext cx="25723251" cy="7133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99009" tIns="249507" rIns="499009" bIns="2495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76723" y="12336593"/>
            <a:ext cx="25723251" cy="25711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99009" tIns="249507" rIns="499009" bIns="2495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76723" y="39029181"/>
            <a:ext cx="6308077" cy="28246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99009" tIns="249507" rIns="499009" bIns="249507" numCol="1" anchor="t" anchorCtr="0" compatLnSpc="1">
            <a:prstTxWarp prst="textNoShape">
              <a:avLst/>
            </a:prstTxWarp>
          </a:bodyPr>
          <a:lstStyle>
            <a:lvl1pPr algn="l" rtl="0" eaLnBrk="0" hangingPunct="0">
              <a:defRPr sz="654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39434" y="39029181"/>
            <a:ext cx="9597829" cy="28246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99009" tIns="249507" rIns="499009" bIns="249507" numCol="1" anchor="t" anchorCtr="0" compatLnSpc="1">
            <a:prstTxWarp prst="textNoShape">
              <a:avLst/>
            </a:prstTxWarp>
          </a:bodyPr>
          <a:lstStyle>
            <a:lvl1pPr algn="ctr" rtl="0" eaLnBrk="0" hangingPunct="0">
              <a:defRPr sz="6540" b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691897" y="39029181"/>
            <a:ext cx="6308077" cy="28246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499009" tIns="249507" rIns="499009" bIns="249507" numCol="1" anchor="t" anchorCtr="0" compatLnSpc="1">
            <a:prstTxWarp prst="textNoShape">
              <a:avLst/>
            </a:prstTxWarp>
          </a:bodyPr>
          <a:lstStyle>
            <a:lvl1pPr rtl="0" eaLnBrk="0" hangingPunct="0">
              <a:defRPr sz="6540" b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4E1ACE27-E7B6-46EC-A855-0E5FEAF8F286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+mj-lt"/>
          <a:ea typeface="+mj-ea"/>
          <a:cs typeface="+mj-cs"/>
        </a:defRPr>
      </a:lvl1pPr>
      <a:lvl2pPr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2pPr>
      <a:lvl3pPr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3pPr>
      <a:lvl4pPr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4pPr>
      <a:lvl5pPr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5pPr>
      <a:lvl6pPr marL="427162"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6pPr>
      <a:lvl7pPr marL="854324"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7pPr>
      <a:lvl8pPr marL="1281486"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8pPr>
      <a:lvl9pPr marL="1708648" algn="ctr" defTabSz="4669118" rtl="0" eaLnBrk="0" fontAlgn="base" hangingPunct="0">
        <a:spcBef>
          <a:spcPct val="0"/>
        </a:spcBef>
        <a:spcAft>
          <a:spcPct val="0"/>
        </a:spcAft>
        <a:defRPr sz="22703">
          <a:solidFill>
            <a:schemeClr val="tx2"/>
          </a:solidFill>
          <a:latin typeface="Times New Roman" pitchFamily="18" charset="0"/>
        </a:defRPr>
      </a:lvl9pPr>
    </p:titleStyle>
    <p:bodyStyle>
      <a:lvl1pPr marL="1747211" indent="-1747211" algn="l" defTabSz="4669118" rtl="0" eaLnBrk="0" fontAlgn="base" hangingPunct="0">
        <a:spcBef>
          <a:spcPct val="20000"/>
        </a:spcBef>
        <a:spcAft>
          <a:spcPct val="0"/>
        </a:spcAft>
        <a:buChar char="•"/>
        <a:defRPr sz="15603">
          <a:solidFill>
            <a:schemeClr val="tx1"/>
          </a:solidFill>
          <a:latin typeface="+mn-lt"/>
          <a:ea typeface="+mn-ea"/>
          <a:cs typeface="+mn-cs"/>
        </a:defRPr>
      </a:lvl1pPr>
      <a:lvl2pPr marL="3791062" indent="-1460954" algn="l" defTabSz="4669118" rtl="0" eaLnBrk="0" fontAlgn="base" hangingPunct="0">
        <a:spcBef>
          <a:spcPct val="20000"/>
        </a:spcBef>
        <a:spcAft>
          <a:spcPct val="0"/>
        </a:spcAft>
        <a:buChar char="–"/>
        <a:defRPr sz="14201">
          <a:solidFill>
            <a:schemeClr val="tx1"/>
          </a:solidFill>
          <a:latin typeface="+mn-lt"/>
        </a:defRPr>
      </a:lvl2pPr>
      <a:lvl3pPr marL="5823048" indent="-1153931" algn="l" defTabSz="4669118" rtl="0" eaLnBrk="0" fontAlgn="base" hangingPunct="0">
        <a:spcBef>
          <a:spcPct val="20000"/>
        </a:spcBef>
        <a:spcAft>
          <a:spcPct val="0"/>
        </a:spcAft>
        <a:buChar char="•"/>
        <a:defRPr sz="11772">
          <a:solidFill>
            <a:schemeClr val="tx1"/>
          </a:solidFill>
          <a:latin typeface="+mn-lt"/>
        </a:defRPr>
      </a:lvl3pPr>
      <a:lvl4pPr marL="8162057" indent="-1179145" algn="l" defTabSz="4669118" rtl="0" eaLnBrk="0" fontAlgn="base" hangingPunct="0">
        <a:spcBef>
          <a:spcPct val="20000"/>
        </a:spcBef>
        <a:spcAft>
          <a:spcPct val="0"/>
        </a:spcAft>
        <a:buChar char="–"/>
        <a:defRPr sz="9997">
          <a:solidFill>
            <a:schemeClr val="tx1"/>
          </a:solidFill>
          <a:latin typeface="+mn-lt"/>
        </a:defRPr>
      </a:lvl4pPr>
      <a:lvl5pPr marL="10481784" indent="-1159863" algn="l" defTabSz="4669118" rtl="0" eaLnBrk="0" fontAlgn="base" hangingPunct="0">
        <a:spcBef>
          <a:spcPct val="20000"/>
        </a:spcBef>
        <a:spcAft>
          <a:spcPct val="0"/>
        </a:spcAft>
        <a:buChar char="»"/>
        <a:defRPr sz="9997">
          <a:solidFill>
            <a:schemeClr val="tx1"/>
          </a:solidFill>
          <a:latin typeface="+mn-lt"/>
        </a:defRPr>
      </a:lvl5pPr>
      <a:lvl6pPr marL="10908946" indent="-1159863" algn="l" defTabSz="4669118" rtl="0" eaLnBrk="0" fontAlgn="base" hangingPunct="0">
        <a:spcBef>
          <a:spcPct val="20000"/>
        </a:spcBef>
        <a:spcAft>
          <a:spcPct val="0"/>
        </a:spcAft>
        <a:buChar char="»"/>
        <a:defRPr sz="9997">
          <a:solidFill>
            <a:schemeClr val="tx1"/>
          </a:solidFill>
          <a:latin typeface="+mn-lt"/>
        </a:defRPr>
      </a:lvl6pPr>
      <a:lvl7pPr marL="11336108" indent="-1159863" algn="l" defTabSz="4669118" rtl="0" eaLnBrk="0" fontAlgn="base" hangingPunct="0">
        <a:spcBef>
          <a:spcPct val="20000"/>
        </a:spcBef>
        <a:spcAft>
          <a:spcPct val="0"/>
        </a:spcAft>
        <a:buChar char="»"/>
        <a:defRPr sz="9997">
          <a:solidFill>
            <a:schemeClr val="tx1"/>
          </a:solidFill>
          <a:latin typeface="+mn-lt"/>
        </a:defRPr>
      </a:lvl7pPr>
      <a:lvl8pPr marL="11763270" indent="-1159863" algn="l" defTabSz="4669118" rtl="0" eaLnBrk="0" fontAlgn="base" hangingPunct="0">
        <a:spcBef>
          <a:spcPct val="20000"/>
        </a:spcBef>
        <a:spcAft>
          <a:spcPct val="0"/>
        </a:spcAft>
        <a:buChar char="»"/>
        <a:defRPr sz="9997">
          <a:solidFill>
            <a:schemeClr val="tx1"/>
          </a:solidFill>
          <a:latin typeface="+mn-lt"/>
        </a:defRPr>
      </a:lvl8pPr>
      <a:lvl9pPr marL="12190432" indent="-1159863" algn="l" defTabSz="4669118" rtl="0" eaLnBrk="0" fontAlgn="base" hangingPunct="0">
        <a:spcBef>
          <a:spcPct val="20000"/>
        </a:spcBef>
        <a:spcAft>
          <a:spcPct val="0"/>
        </a:spcAft>
        <a:buChar char="»"/>
        <a:defRPr sz="999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1pPr>
      <a:lvl2pPr marL="427162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2pPr>
      <a:lvl3pPr marL="854324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3pPr>
      <a:lvl4pPr marL="1281486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4pPr>
      <a:lvl5pPr marL="1708648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5pPr>
      <a:lvl6pPr marL="2135810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6pPr>
      <a:lvl7pPr marL="2562972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7pPr>
      <a:lvl8pPr marL="2990134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8pPr>
      <a:lvl9pPr marL="3417296" algn="l" defTabSz="854324" rtl="0" eaLnBrk="1" latinLnBrk="0" hangingPunct="1">
        <a:defRPr sz="168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 Box 8"/>
          <p:cNvSpPr txBox="1">
            <a:spLocks noChangeArrowheads="1"/>
          </p:cNvSpPr>
          <p:nvPr/>
        </p:nvSpPr>
        <p:spPr bwMode="auto">
          <a:xfrm>
            <a:off x="0" y="3203529"/>
            <a:ext cx="30275213" cy="62349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4"/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anchor="ctr"/>
          <a:lstStyle>
            <a:defPPr>
              <a:defRPr lang="he-IL"/>
            </a:defPPr>
            <a:lvl1pPr defTabSz="4175125" rtl="0">
              <a:defRPr sz="5500" b="1">
                <a:solidFill>
                  <a:schemeClr val="tx2">
                    <a:lumMod val="75000"/>
                  </a:schemeClr>
                </a:solidFill>
                <a:latin typeface="Century Gothic" pitchFamily="34" charset="0"/>
                <a:cs typeface="Tahoma" pitchFamily="34" charset="0"/>
              </a:defRPr>
            </a:lvl1pPr>
          </a:lstStyle>
          <a:p>
            <a:pPr algn="ctr" defTabSz="886968">
              <a:spcBef>
                <a:spcPts val="900"/>
              </a:spcBef>
              <a:defRPr sz="1649">
                <a:latin typeface="David"/>
                <a:ea typeface="David"/>
                <a:cs typeface="David"/>
                <a:sym typeface="David"/>
              </a:defRPr>
            </a:pPr>
            <a:r>
              <a:rPr lang="en-US" sz="8000" dirty="0"/>
              <a:t>Smart Refrigerator Using AI - Part B </a:t>
            </a:r>
          </a:p>
          <a:p>
            <a:pPr algn="ctr" defTabSz="886968">
              <a:spcBef>
                <a:spcPts val="900"/>
              </a:spcBef>
              <a:defRPr sz="1649">
                <a:latin typeface="David"/>
                <a:ea typeface="David"/>
                <a:cs typeface="David"/>
                <a:sym typeface="David"/>
              </a:defRPr>
            </a:pPr>
            <a:r>
              <a:rPr lang="en-US" sz="8000" dirty="0"/>
              <a:t>Supervisor: Mony Orbach </a:t>
            </a:r>
          </a:p>
          <a:p>
            <a:pPr algn="ctr" defTabSz="886968">
              <a:spcBef>
                <a:spcPts val="900"/>
              </a:spcBef>
              <a:defRPr sz="1649">
                <a:latin typeface="David"/>
                <a:ea typeface="David"/>
                <a:cs typeface="David"/>
                <a:sym typeface="David"/>
              </a:defRPr>
            </a:pPr>
            <a:r>
              <a:rPr lang="en-US" sz="8000" dirty="0"/>
              <a:t>Students: Raghad Badarny, Mohammed </a:t>
            </a:r>
            <a:r>
              <a:rPr lang="en-US" sz="8000" dirty="0" smtClean="0"/>
              <a:t>Ghanayem</a:t>
            </a:r>
            <a:r>
              <a:rPr lang="en-US" sz="8000" dirty="0"/>
              <a:t>	</a:t>
            </a:r>
          </a:p>
          <a:p>
            <a:pPr lvl="0" algn="ctr">
              <a:defRPr/>
            </a:pPr>
            <a:endParaRPr lang="en-US" sz="8000" dirty="0"/>
          </a:p>
        </p:txBody>
      </p:sp>
      <p:sp>
        <p:nvSpPr>
          <p:cNvPr id="3" name="Rectangle 2"/>
          <p:cNvSpPr/>
          <p:nvPr/>
        </p:nvSpPr>
        <p:spPr bwMode="auto">
          <a:xfrm>
            <a:off x="0" y="0"/>
            <a:ext cx="30275212" cy="3168129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5433" tIns="42716" rIns="85433" bIns="42716" numCol="1" rtlCol="1" anchor="ctr" anchorCtr="0" compatLnSpc="1">
            <a:prstTxWarp prst="textNoShape">
              <a:avLst/>
            </a:prstTxWarp>
          </a:bodyPr>
          <a:lstStyle/>
          <a:p>
            <a:pPr algn="ctr" defTabSz="974464" rtl="0" eaLnBrk="0" hangingPunct="0"/>
            <a:endParaRPr lang="he-IL" sz="4298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0" name="קבוצה 1"/>
          <p:cNvGrpSpPr/>
          <p:nvPr/>
        </p:nvGrpSpPr>
        <p:grpSpPr>
          <a:xfrm>
            <a:off x="101236" y="69435"/>
            <a:ext cx="7074483" cy="2934436"/>
            <a:chOff x="4707691" y="397288"/>
            <a:chExt cx="7074483" cy="2934436"/>
          </a:xfrm>
        </p:grpSpPr>
        <p:sp useBgFill="1">
          <p:nvSpPr>
            <p:cNvPr id="155" name="מלבן 123"/>
            <p:cNvSpPr/>
            <p:nvPr/>
          </p:nvSpPr>
          <p:spPr>
            <a:xfrm>
              <a:off x="4871916" y="1447367"/>
              <a:ext cx="2521085" cy="1884357"/>
            </a:xfrm>
            <a:prstGeom prst="rect">
              <a:avLst/>
            </a:prstGeom>
            <a:solidFill>
              <a:srgbClr val="0F6FC6"/>
            </a:solidFill>
            <a:ln w="19050" cap="flat" cmpd="sng" algn="ctr">
              <a:noFill/>
              <a:prstDash val="solid"/>
            </a:ln>
            <a:effectLst/>
          </p:spPr>
          <p:txBody>
            <a:bodyPr rtlCol="1" anchor="ctr"/>
            <a:lstStyle/>
            <a:p>
              <a:pPr marL="0" marR="0" lvl="0" indent="0" algn="ctr" defTabSz="41748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e-IL" sz="8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4707691" y="397288"/>
              <a:ext cx="6068071" cy="107721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1748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2743200" algn="ctr"/>
                  <a:tab pos="5486400" algn="r"/>
                </a:tabLst>
                <a:defRPr/>
              </a:pPr>
              <a:r>
                <a:rPr kumimoji="0" lang="en-US" sz="3200" b="0" i="0" u="none" strike="noStrike" kern="0" cap="none" spc="8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Times New Roman" panose="02020603050405020304" pitchFamily="18" charset="0"/>
                  <a:cs typeface="Miriam" panose="020B0502050101010101" pitchFamily="34" charset="-79"/>
                </a:rPr>
                <a:t>The Andrew &amp; Erna Viterbi Faculty of</a:t>
              </a:r>
            </a:p>
            <a:p>
              <a:pPr marL="0" marR="0" lvl="0" indent="0" algn="l" defTabSz="41748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2743200" algn="ctr"/>
                  <a:tab pos="5486400" algn="r"/>
                </a:tabLst>
                <a:defRPr/>
              </a:pPr>
              <a:r>
                <a:rPr kumimoji="0" lang="en-US" sz="3200" b="0" i="0" u="none" strike="noStrike" kern="0" cap="none" spc="8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Times New Roman" panose="02020603050405020304" pitchFamily="18" charset="0"/>
                  <a:cs typeface="Miriam" panose="020B0502050101010101" pitchFamily="34" charset="-79"/>
                </a:rPr>
                <a:t> Electrical Engineering</a:t>
              </a:r>
              <a:endPara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riam" panose="020B0502050101010101" pitchFamily="34" charset="-79"/>
              </a:endParaRPr>
            </a:p>
          </p:txBody>
        </p:sp>
        <p:sp>
          <p:nvSpPr>
            <p:cNvPr id="154" name="Text Box 53"/>
            <p:cNvSpPr txBox="1">
              <a:spLocks noChangeArrowheads="1"/>
            </p:cNvSpPr>
            <p:nvPr/>
          </p:nvSpPr>
          <p:spPr bwMode="auto">
            <a:xfrm>
              <a:off x="7741727" y="1593860"/>
              <a:ext cx="4040447" cy="1576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lvl="0" indent="0" algn="l" defTabSz="41748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cs typeface="Arial" panose="020B0604020202020204" pitchFamily="34" charset="0"/>
                </a:rPr>
                <a:t>Electronics</a:t>
              </a:r>
              <a:endPara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Miriam" panose="020B0502050101010101" pitchFamily="34" charset="-79"/>
              </a:endParaRPr>
            </a:p>
            <a:p>
              <a:pPr marL="0" marR="0" lvl="0" indent="0" algn="l" defTabSz="41748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cs typeface="Arial" panose="020B0604020202020204" pitchFamily="34" charset="0"/>
                </a:rPr>
                <a:t>Computers</a:t>
              </a:r>
              <a:endPara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Miriam" panose="020B0502050101010101" pitchFamily="34" charset="-79"/>
              </a:endParaRPr>
            </a:p>
            <a:p>
              <a:pPr marL="0" marR="0" lvl="0" indent="0" algn="l" defTabSz="41748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2743200" algn="ctr"/>
                  <a:tab pos="5486400" algn="r"/>
                  <a:tab pos="457200" algn="l"/>
                </a:tabLst>
                <a:defRPr/>
              </a:pPr>
              <a:r>
                <a:rPr kumimoji="0" lang="en-US" sz="3200" b="0" i="0" u="none" strike="noStrike" kern="0" cap="none" spc="1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 Narrow" panose="020B060602020203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Communications</a:t>
              </a:r>
              <a:endPara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Miriam" panose="020B0502050101010101" pitchFamily="34" charset="-79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-26880925" y="17287081"/>
            <a:ext cx="184731" cy="77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3" name="Picture 2" descr="Technion">
            <a:extLst>
              <a:ext uri="{FF2B5EF4-FFF2-40B4-BE49-F238E27FC236}">
                <a16:creationId xmlns:a16="http://schemas.microsoft.com/office/drawing/2014/main" id="{814AA84D-16CB-4676-FC32-69C0B7D5F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079" y="258026"/>
            <a:ext cx="12564534" cy="266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0" descr="http://www.cs.technion.ac.il/~yetsion/images/ee_logo.png">
            <a:extLst>
              <a:ext uri="{FF2B5EF4-FFF2-40B4-BE49-F238E27FC236}">
                <a16:creationId xmlns:a16="http://schemas.microsoft.com/office/drawing/2014/main" id="{974A614A-68BD-DD07-3340-61E2E19091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colorTemperature colorTemp="6750"/>
                    </a14:imgEffect>
                    <a14:imgEffect>
                      <a14:saturation sat="2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0931" r="53193" b="1290"/>
          <a:stretch/>
        </p:blipFill>
        <p:spPr bwMode="auto">
          <a:xfrm>
            <a:off x="341661" y="1104866"/>
            <a:ext cx="2707881" cy="189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תמונה 25">
            <a:extLst>
              <a:ext uri="{FF2B5EF4-FFF2-40B4-BE49-F238E27FC236}">
                <a16:creationId xmlns:a16="http://schemas.microsoft.com/office/drawing/2014/main" id="{03AFFF31-3BE9-4B71-7B11-4B780692C5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1302" y="171861"/>
            <a:ext cx="2420117" cy="275539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6EE0888-A70F-5F7C-4F02-18FFD4D227B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680" t="6499" r="4199" b="12776"/>
          <a:stretch>
            <a:fillRect/>
          </a:stretch>
        </p:blipFill>
        <p:spPr>
          <a:xfrm>
            <a:off x="14987276" y="31691960"/>
            <a:ext cx="14565822" cy="86714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136F31-C3EE-37E1-F33D-D38BB8F524E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832" t="3989" r="14323" b="5712"/>
          <a:stretch>
            <a:fillRect/>
          </a:stretch>
        </p:blipFill>
        <p:spPr>
          <a:xfrm>
            <a:off x="172927" y="10785537"/>
            <a:ext cx="14453461" cy="81997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C88E8C-48EE-53B9-1F87-ECB96B1FD14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9474" t="4060" r="8625"/>
          <a:stretch>
            <a:fillRect/>
          </a:stretch>
        </p:blipFill>
        <p:spPr>
          <a:xfrm>
            <a:off x="172927" y="20272724"/>
            <a:ext cx="14404538" cy="90041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C60715-D7C4-D7B0-2C6C-21B52AC837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64906" y="20272724"/>
            <a:ext cx="14288192" cy="89938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245266-65E8-6F64-6CFA-20A0AD72E1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64906" y="10785538"/>
            <a:ext cx="14226045" cy="81997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4400525-0478-4F0A-F5BB-935A4EF85E5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4899" r="3410"/>
          <a:stretch>
            <a:fillRect/>
          </a:stretch>
        </p:blipFill>
        <p:spPr>
          <a:xfrm>
            <a:off x="120762" y="31691960"/>
            <a:ext cx="14411206" cy="86763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66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1042988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600" b="1" i="0" u="none" strike="noStrike" cap="none" normalizeH="0" baseline="0" smtClean="0">
            <a:ln>
              <a:noFill/>
            </a:ln>
            <a:solidFill>
              <a:srgbClr val="003399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66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1042988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600" b="1" i="0" u="none" strike="noStrike" cap="none" normalizeH="0" baseline="0" smtClean="0">
            <a:ln>
              <a:noFill/>
            </a:ln>
            <a:solidFill>
              <a:srgbClr val="003399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34294</TotalTime>
  <Words>31</Words>
  <Application>Microsoft Office PowerPoint</Application>
  <PresentationFormat>מותאם אישית</PresentationFormat>
  <Paragraphs>8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Century Gothic</vt:lpstr>
      <vt:lpstr>David</vt:lpstr>
      <vt:lpstr>Miriam</vt:lpstr>
      <vt:lpstr>Tahoma</vt:lpstr>
      <vt:lpstr>Times New Roman</vt:lpstr>
      <vt:lpstr>Blank Presentation</vt:lpstr>
      <vt:lpstr>מצגת של PowerPoint‏</vt:lpstr>
    </vt:vector>
  </TitlesOfParts>
  <Company>Mechanical Engineering VT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Alley</dc:creator>
  <cp:lastModifiedBy>Mohamed Ghanayem</cp:lastModifiedBy>
  <cp:revision>458</cp:revision>
  <cp:lastPrinted>2003-04-18T14:25:05Z</cp:lastPrinted>
  <dcterms:created xsi:type="dcterms:W3CDTF">2003-04-11T15:30:44Z</dcterms:created>
  <dcterms:modified xsi:type="dcterms:W3CDTF">2025-06-29T08:50:40Z</dcterms:modified>
</cp:coreProperties>
</file>